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Olist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complete presentation on how Olist helps sellers grow.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Olist?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Olist is an ecosystem of solutions that automates management and improves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Olist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Marketplace integration</a:t>
            </a:r>
          </a:p>
          <a:p>
            <a:r>
              <a:t>• Store management</a:t>
            </a:r>
          </a:p>
          <a:p>
            <a:r>
              <a:t>• Logistics solutions</a:t>
            </a:r>
          </a:p>
          <a:p>
            <a:r>
              <a:t>• Performance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Benefits for Sellers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Increase visibility</a:t>
            </a:r>
          </a:p>
          <a:p>
            <a:r>
              <a:t>• Sell on multiple marketplaces</a:t>
            </a:r>
          </a:p>
          <a:p>
            <a:r>
              <a:t>• Manage orders efficiently</a:t>
            </a:r>
          </a:p>
          <a:p>
            <a:r>
              <a:t>• Access unified logistics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Black Friday Strategy with Olist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Automates operations</a:t>
            </a:r>
          </a:p>
          <a:p>
            <a:r>
              <a:t>• Prepares sellers for high demand</a:t>
            </a:r>
          </a:p>
          <a:p>
            <a:r>
              <a:t>• Ensures performance growth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Olist empowers sellers with tools that support long‑term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